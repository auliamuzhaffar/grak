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F594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3840480" cy="384048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·  2 MINGGU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Startup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Aceh 2026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Understanding the Ecosystem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Sprint 1 ke Sprint 2 — dari mengumpulkan startup, menjadi menggali penyebab di balik kondisi ekosistem startup digital Aceh.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DENGAN SPRINT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Temuan Sprint 1 yang Perlu Dijelaskan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sangat terpusat di Banda Aceh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9160" y="22402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luar Banda Aceh banyak berasal dari kampus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22402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startup rendah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startup ghosting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32461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3794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brain drain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2461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3794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Digitalisasi masih didominasi media sosial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8006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/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965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5349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sulit melakukan scaling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bertugas mencari penyebab di balik ketujuh temuan ini.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59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Ekosistem Startup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1508760" y="5212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utama membingkai seluruh riset Sprint 2.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685800"/>
            <a:ext cx="6858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86868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apa saja yang memengaruhi perkembangan ekosistem startup digital di Aceh, dan mengapa terjadi ketimpangan perkembangan antar wilayah?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256032" cy="256032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30449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peran perguruan tinggi dalam melahirkan startup?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730752"/>
            <a:ext cx="256032" cy="256032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36667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peran komunitas teknologi terhadap pertumbuhan startup?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4352544"/>
            <a:ext cx="256032" cy="256032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42885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dukungan pemerintah terhadap ekosistem startup?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4974336"/>
            <a:ext cx="256032" cy="256032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974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9103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lengkap infrastruktur pendukung startup di setiap wilayah?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5596128"/>
            <a:ext cx="256032" cy="256032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5596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55321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apa yang paling membedakan daerah dengan startup yang berkembang dan yang tidak berkembang?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 Startup Ecosystem Profile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Setiap Wilayah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AKHIR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Menjelaskan kenapa ekosistem startup di Aceh berkembang seperti sekarang.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PERGESERAN FOKUS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Mengumpulkan startup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5440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siapa dan berapa banyak startup yang 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4805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74C69D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Mengumpulkan data ekosistem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5440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aktor dan pendukung yang menjelaskan kenapa kondisi itu terjadi.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DIKUMPULKAN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Kategori Data Ekosistem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bergeser dari startup ke aktor dan pendukung ekosistem.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Perguruan Tinggi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Kampus, prodi teknologi, inkubator, program kewirausahaan, startup binaan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Komunitas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bidang, tahun berdiri, aktivitas, frekuensi kegiatan, status aktif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Pemerintah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5820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program, instansi, tahun, target peserta, fokus, status berjalan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Infrastruktur Pendukung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Coworking space, innovation hub, FabLab, creative hub, digital center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7F4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Startup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09160" y="53035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Hackathon, startup weekend, bootcamp, demo day, workshop, meetup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58200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Pendanaan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58200" y="53035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investor, venture capital, hibah, kompetisi bisnis, dana pemerintah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PESERTA TETAP MELAKUKAN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Riset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594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0" y="2834640"/>
            <a:ext cx="3886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48940" y="28346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5941"/>
          </a:solidFill>
          <a:ln/>
        </p:spPr>
      </p:sp>
      <p:sp>
        <p:nvSpPr>
          <p:cNvPr id="8" name="Text 6"/>
          <p:cNvSpPr/>
          <p:nvPr/>
        </p:nvSpPr>
        <p:spPr>
          <a:xfrm>
            <a:off x="2948940" y="2834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77740" y="2834640"/>
            <a:ext cx="3886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66360" y="28346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5941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834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834640"/>
            <a:ext cx="3886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83780" y="28346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5941"/>
          </a:solidFill>
          <a:ln/>
        </p:spPr>
      </p:sp>
      <p:sp>
        <p:nvSpPr>
          <p:cNvPr id="14" name="Text 12"/>
          <p:cNvSpPr/>
          <p:nvPr/>
        </p:nvSpPr>
        <p:spPr>
          <a:xfrm>
            <a:off x="7383780" y="2834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12580" y="2834640"/>
            <a:ext cx="3886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0" y="28346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834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kategori data melewati proses yang sama sebelum menjadi insight yang bisa dipertanggungjawabkan.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WILAYAH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Peserta, 4 Wilayah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 Aceh &amp; Aceh Besar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Kampus, inkubator, komunitas, coworking, program pemerintah, event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3291840"/>
            <a:ext cx="4617720" cy="0"/>
          </a:xfrm>
          <a:prstGeom prst="line">
            <a:avLst/>
          </a:prstGeom>
          <a:noFill/>
          <a:ln w="12700">
            <a:solidFill>
              <a:srgbClr val="D5E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37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Profile Banda Aceh · 5 insight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7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7223760" y="1874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Lhokseumawe, Aceh Utara, Bireuen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Kampus, inkubator, startup community, aktivitas teknologi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3291840"/>
            <a:ext cx="4617720" cy="0"/>
          </a:xfrm>
          <a:prstGeom prst="line">
            <a:avLst/>
          </a:prstGeom>
          <a:noFill/>
          <a:ln w="12700">
            <a:solidFill>
              <a:srgbClr val="D5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337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Profile Wilayah Utara · 5 insight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7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206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1600200" y="4160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Aceh Barat, Nagan Raya, Aceh Jaya, Simeulue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4846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Infrastruktur, komunitas, event, program pemerintah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" y="5577840"/>
            <a:ext cx="4617720" cy="0"/>
          </a:xfrm>
          <a:prstGeom prst="line">
            <a:avLst/>
          </a:prstGeom>
          <a:noFill/>
          <a:ln w="12700">
            <a:solidFill>
              <a:srgbClr val="D5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Profile Wilayah Barat · 5 insight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7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4206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70" dirty="0"/>
          </a:p>
        </p:txBody>
      </p:sp>
      <p:sp>
        <p:nvSpPr>
          <p:cNvPr id="28" name="Text 26"/>
          <p:cNvSpPr/>
          <p:nvPr/>
        </p:nvSpPr>
        <p:spPr>
          <a:xfrm>
            <a:off x="7223760" y="4160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Aceh Tengah, Bener Meriah, Aceh Tenggara, Aceh Selatan, Langsa, Subulussalam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0" y="4846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startup, komunitas, potensi daerah, dukungan pemerintah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5577840"/>
            <a:ext cx="4617720" cy="0"/>
          </a:xfrm>
          <a:prstGeom prst="line">
            <a:avLst/>
          </a:prstGeom>
          <a:noFill/>
          <a:ln w="12700">
            <a:solidFill>
              <a:srgbClr val="D5E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623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Profile Wilayah Tengah &amp; Timur · 5 insight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Minggu Eksekusi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1F594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33924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stakeholder ekosistem terdata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587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memiliki sumber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45811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453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masuk ke database utama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82880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423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Analysis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PESERTA MENJAWAB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3101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kekuatan utama ekosistem di wilayah ini?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3867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kelemahan utamanya?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43982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aktor yang paling berpengaruh?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49286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490118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gap terbesar dibanding Banda Aceh?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54589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4315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peluang pengembangannya?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SPRINT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Output Utama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3F7F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Database Aceh — kampus, inkubator, komunitas, pemerintah, infrastruktur, event, pendanaan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3F7F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965960"/>
            <a:ext cx="548640" cy="54864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stakeholder, komunitas, inkubator, event startup, dan infrastruktur pendukung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1B4332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Report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Grand Insight baru — mulai dari faktor pendorong startup hingga intervensi paling berdampak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840480"/>
            <a:ext cx="5486400" cy="5486400"/>
          </a:xfrm>
          <a:prstGeom prst="ellipse">
            <a:avLst/>
          </a:prstGeom>
          <a:solidFill>
            <a:srgbClr val="1F594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Selesai Jika...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stakeholder ekosistem Aceh telah dipetakan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7919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wilayah memiliki profil ekosistem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9242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1280160" y="334670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memiliki referensi yang jelas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056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1280160" y="405993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peserta menghasilkan minimal 5 insight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8188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1280160" y="47731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Tersusun Startup Ecosystem Profile Aceh 2026, dasar untuk Sprint 3 — menggali tantangan langsung dari founder melalui survei dan wawancara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2026-08-05T06:03:32Z</dcterms:created>
  <dcterms:modified xsi:type="dcterms:W3CDTF">2026-08-05T06:03:32Z</dcterms:modified>
</cp:coreProperties>
</file>